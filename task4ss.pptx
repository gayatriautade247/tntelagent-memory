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5220" y="962660"/>
            <a:ext cx="49149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7" sz="1200">
                <a:solidFill>
                  <a:srgbClr val="000000"/>
                </a:solidFill>
                <a:latin typeface="Noto Serif"/>
              </a:rPr>
              <a:t> Context Memory – Remembers the current category, topic, and last action.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060" y="1303020"/>
            <a:ext cx="415416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2" sz="1200">
                <a:solidFill>
                  <a:srgbClr val="000000"/>
                </a:solidFill>
                <a:latin typeface="Noto Serif"/>
              </a:rPr>
              <a:t> Short-Term Memory – Stores recent conversations and actions.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060" y="1645920"/>
            <a:ext cx="43662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5" sz="1200">
                <a:solidFill>
                  <a:srgbClr val="000000"/>
                </a:solidFill>
                <a:latin typeface="Noto Serif"/>
              </a:rPr>
              <a:t> Long-Term Memory – Saves important information for future tasks.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5220" y="1985010"/>
            <a:ext cx="48387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7" sz="1200">
                <a:solidFill>
                  <a:srgbClr val="000000"/>
                </a:solidFill>
                <a:latin typeface="Noto Serif"/>
              </a:rPr>
              <a:t> Context Retrieval – Retrieves relevant previous information when needed.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5220" y="2327910"/>
            <a:ext cx="465200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3" sz="1200">
                <a:solidFill>
                  <a:srgbClr val="000000"/>
                </a:solidFill>
                <a:latin typeface="Noto Serif"/>
              </a:rPr>
              <a:t> AI-Powered Memory – Uses AI to understand and reuse stored context.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5220" y="2668270"/>
            <a:ext cx="36918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8" sz="1200">
                <a:solidFill>
                  <a:srgbClr val="000000"/>
                </a:solidFill>
                <a:latin typeface="Noto Serif"/>
              </a:rPr>
              <a:t> Clear Memory – Allows users to remove stored memory.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5220" y="3011170"/>
            <a:ext cx="54940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3" sz="1200">
                <a:solidFill>
                  <a:srgbClr val="000000"/>
                </a:solidFill>
                <a:latin typeface="Noto Serif"/>
              </a:rPr>
              <a:t> Controlled Memory – User can decide what important information should be saved.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